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8625"/>
            <a:ext cx="428625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07281" y="518815"/>
            <a:ext cx="1485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北京航空航天大学</a:t>
            </a:r>
            <a:endParaRPr lang="en-US" sz="1269" dirty="0"/>
          </a:p>
        </p:txBody>
      </p:sp>
      <p:sp>
        <p:nvSpPr>
          <p:cNvPr id="5" name="Text 1"/>
          <p:cNvSpPr/>
          <p:nvPr/>
        </p:nvSpPr>
        <p:spPr>
          <a:xfrm>
            <a:off x="3128963" y="892969"/>
            <a:ext cx="28860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3" kern="0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2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3128963" y="1173361"/>
            <a:ext cx="2886075" cy="869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电阻尼</a:t>
            </a:r>
            <a:endParaRPr lang="en-US" sz="4353" dirty="0"/>
          </a:p>
        </p:txBody>
      </p:sp>
      <p:sp>
        <p:nvSpPr>
          <p:cNvPr id="7" name="Text 3"/>
          <p:cNvSpPr/>
          <p:nvPr/>
        </p:nvSpPr>
        <p:spPr>
          <a:xfrm>
            <a:off x="3128963" y="2114550"/>
            <a:ext cx="28860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2" kern="0" dirty="0">
                <a:solidFill>
                  <a:srgbClr val="3A5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ELECTRICAL DAMPING</a:t>
            </a:r>
            <a:endParaRPr lang="en-US" sz="170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805" y="2678906"/>
            <a:ext cx="2298362" cy="1571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65524" y="4364831"/>
            <a:ext cx="9661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汇报人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杨昊松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4160341" y="4364831"/>
            <a:ext cx="82331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组长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匡自龙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412284" y="4364831"/>
            <a:ext cx="9661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单位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物理学院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8625"/>
            <a:ext cx="428625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07281" y="518815"/>
            <a:ext cx="1485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北京航空航天大学</a:t>
            </a:r>
            <a:endParaRPr lang="en-US" sz="1269" dirty="0"/>
          </a:p>
        </p:txBody>
      </p:sp>
      <p:sp>
        <p:nvSpPr>
          <p:cNvPr id="5" name="Text 1"/>
          <p:cNvSpPr/>
          <p:nvPr/>
        </p:nvSpPr>
        <p:spPr>
          <a:xfrm>
            <a:off x="1614488" y="1527870"/>
            <a:ext cx="5915025" cy="869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感谢聆听，敬请指正</a:t>
            </a:r>
            <a:endParaRPr lang="en-US" sz="4353" dirty="0"/>
          </a:p>
        </p:txBody>
      </p:sp>
      <p:sp>
        <p:nvSpPr>
          <p:cNvPr id="6" name="Text 2"/>
          <p:cNvSpPr/>
          <p:nvPr/>
        </p:nvSpPr>
        <p:spPr>
          <a:xfrm>
            <a:off x="1614488" y="2469059"/>
            <a:ext cx="59150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3" kern="0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3509367" y="3176290"/>
            <a:ext cx="2125266" cy="43934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spc="8" kern="0" dirty="0">
                <a:solidFill>
                  <a:srgbClr val="3A5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Q&amp;A / 交流探讨</a:t>
            </a:r>
            <a:endParaRPr lang="en-US" sz="1486" dirty="0"/>
          </a:p>
        </p:txBody>
      </p:sp>
      <p:sp>
        <p:nvSpPr>
          <p:cNvPr id="8" name="Text 4"/>
          <p:cNvSpPr/>
          <p:nvPr/>
        </p:nvSpPr>
        <p:spPr>
          <a:xfrm>
            <a:off x="2618184" y="4364831"/>
            <a:ext cx="9661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汇报人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杨昊松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4013002" y="4364831"/>
            <a:ext cx="111799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PPT制作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匡自龙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559623" y="4364831"/>
            <a:ext cx="9661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单位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物理学院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2026-03-25T11:15:20Z</dcterms:created>
  <dcterms:modified xsi:type="dcterms:W3CDTF">2026-03-25T11:15:20Z</dcterms:modified>
</cp:coreProperties>
</file>